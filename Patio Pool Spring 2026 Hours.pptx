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10058400" cx="7772400"/>
  <p:notesSz cx="6858000" cy="9144000"/>
  <p:embeddedFontLst>
    <p:embeddedFont>
      <p:font typeface="Play"/>
      <p:regular r:id="rId6"/>
      <p:bold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iKNXAw6cafOfvZ/5ARGBg59BZy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Play-regular.fntdata"/><Relationship Id="rId7" Type="http://schemas.openxmlformats.org/officeDocument/2006/relationships/font" Target="fonts/Play-bold.fntdata"/><Relationship Id="rId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971550" y="1646133"/>
            <a:ext cx="5829300" cy="35018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lay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971550" y="5282989"/>
            <a:ext cx="5829300" cy="24284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20"/>
              <a:buNone/>
              <a:defRPr sz="352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None/>
              <a:defRPr sz="2933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40"/>
              <a:buNone/>
              <a:defRPr sz="264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530304" y="2507617"/>
            <a:ext cx="6703695" cy="418401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Font typeface="Play"/>
              <a:buNone/>
              <a:defRPr sz="88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530304" y="6731213"/>
            <a:ext cx="6703695" cy="22002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3520"/>
              <a:buNone/>
              <a:defRPr sz="352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933"/>
              <a:buNone/>
              <a:defRPr sz="2933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640"/>
              <a:buNone/>
              <a:defRPr sz="264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347"/>
              <a:buNone/>
              <a:defRPr sz="2347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534353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934778" y="2677584"/>
            <a:ext cx="3303270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535365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535365" y="2465706"/>
            <a:ext cx="3288089" cy="120840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20"/>
              <a:buNone/>
              <a:defRPr b="1" sz="352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None/>
              <a:defRPr b="1" sz="293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40"/>
              <a:buNone/>
              <a:defRPr b="1" sz="264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535365" y="3674110"/>
            <a:ext cx="3288089" cy="5404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934778" y="2465706"/>
            <a:ext cx="3304282" cy="120840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520"/>
              <a:buNone/>
              <a:defRPr b="1" sz="352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None/>
              <a:defRPr b="1" sz="293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640"/>
              <a:buNone/>
              <a:defRPr b="1" sz="264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b="1" sz="2347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934778" y="3674110"/>
            <a:ext cx="3304282" cy="5404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93"/>
              <a:buFont typeface="Play"/>
              <a:buNone/>
              <a:defRPr sz="469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3304282" y="1448224"/>
            <a:ext cx="3934778" cy="71479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26606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4693"/>
              <a:buChar char="•"/>
              <a:defRPr sz="4693"/>
            </a:lvl1pPr>
            <a:lvl2pPr indent="-489395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4107"/>
              <a:buChar char="•"/>
              <a:defRPr sz="4107"/>
            </a:lvl2pPr>
            <a:lvl3pPr indent="-45212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520"/>
              <a:buChar char="•"/>
              <a:defRPr sz="3520"/>
            </a:lvl3pPr>
            <a:lvl4pPr indent="-414846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4pPr>
            <a:lvl5pPr indent="-414845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5pPr>
            <a:lvl6pPr indent="-414845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6pPr>
            <a:lvl7pPr indent="-414845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7pPr>
            <a:lvl8pPr indent="-414845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8pPr>
            <a:lvl9pPr indent="-414846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933"/>
              <a:buChar char="•"/>
              <a:defRPr sz="2933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53"/>
              <a:buNone/>
              <a:defRPr sz="205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76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535365" y="670560"/>
            <a:ext cx="2506801" cy="23469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693"/>
              <a:buFont typeface="Play"/>
              <a:buNone/>
              <a:defRPr sz="469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3304282" y="1448224"/>
            <a:ext cx="3934778" cy="7147983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535365" y="3017520"/>
            <a:ext cx="2506801" cy="559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347"/>
              <a:buNone/>
              <a:defRPr sz="2347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53"/>
              <a:buNone/>
              <a:defRPr sz="2053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60"/>
              <a:buNone/>
              <a:defRPr sz="176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67"/>
              <a:buNone/>
              <a:defRPr sz="1467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695219" y="2516718"/>
            <a:ext cx="6381962" cy="67036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2138071" y="3959569"/>
            <a:ext cx="8524029" cy="16759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262353" y="2332223"/>
            <a:ext cx="8524029" cy="493061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534353" y="535517"/>
            <a:ext cx="6703695" cy="194415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534353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574608" y="9322647"/>
            <a:ext cx="2623185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5489258" y="9322647"/>
            <a:ext cx="1748790" cy="5355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76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screenshot of a calendar&#10;&#10;Description automatically generated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71" y="-955"/>
            <a:ext cx="7777302" cy="1006474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3324303" y="2175504"/>
            <a:ext cx="3481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baseline="-25000" sz="30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aseline="-25000" sz="3000">
              <a:solidFill>
                <a:schemeClr val="dk1"/>
              </a:solidFill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1121564" y="7092767"/>
            <a:ext cx="4325759" cy="5693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Scan QR Code for hours. Hours may vary for special events, breaks, holidays, and summer.</a:t>
            </a:r>
            <a:endParaRPr/>
          </a:p>
        </p:txBody>
      </p:sp>
      <p:pic>
        <p:nvPicPr>
          <p:cNvPr descr="A white square with red and black text&#10;&#10;Description automatically generated" id="87" name="Google Shape;87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18554" y="8132650"/>
            <a:ext cx="931241" cy="93112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2051469" y="8317072"/>
            <a:ext cx="6961889" cy="5693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Download the RURec2Go App on the App Store or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Google Play to view facility hours by room and location.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2424900" y="1231450"/>
            <a:ext cx="3141900" cy="369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</a:rPr>
              <a:t>PATIO POOL</a:t>
            </a:r>
            <a:endParaRPr/>
          </a:p>
        </p:txBody>
      </p:sp>
      <p:pic>
        <p:nvPicPr>
          <p:cNvPr descr="A qr code with a few squares&#10;&#10;Description automatically generated" id="90" name="Google Shape;90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43916" y="7010678"/>
            <a:ext cx="941158" cy="962611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"/>
          <p:cNvSpPr txBox="1"/>
          <p:nvPr/>
        </p:nvSpPr>
        <p:spPr>
          <a:xfrm>
            <a:off x="3279506" y="2015540"/>
            <a:ext cx="411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10AM - 1PM  4PM - 10PM</a:t>
            </a:r>
            <a:endParaRPr baseline="-25000" sz="3600"/>
          </a:p>
        </p:txBody>
      </p:sp>
      <p:sp>
        <p:nvSpPr>
          <p:cNvPr id="92" name="Google Shape;92;p1"/>
          <p:cNvSpPr txBox="1"/>
          <p:nvPr/>
        </p:nvSpPr>
        <p:spPr>
          <a:xfrm>
            <a:off x="3285732" y="2665015"/>
            <a:ext cx="4009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8</a:t>
            </a:r>
            <a:r>
              <a:rPr baseline="-25000" lang="en-US" sz="3600"/>
              <a:t>AM - 1PM  4:30PM - 10PM</a:t>
            </a:r>
            <a:endParaRPr baseline="-25000" sz="3600"/>
          </a:p>
        </p:txBody>
      </p:sp>
      <p:sp>
        <p:nvSpPr>
          <p:cNvPr id="93" name="Google Shape;93;p1"/>
          <p:cNvSpPr txBox="1"/>
          <p:nvPr/>
        </p:nvSpPr>
        <p:spPr>
          <a:xfrm>
            <a:off x="4081385" y="3329104"/>
            <a:ext cx="348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10AM</a:t>
            </a:r>
            <a:r>
              <a:rPr baseline="-25000" lang="en-US" sz="3600"/>
              <a:t> - 10PM</a:t>
            </a:r>
            <a:endParaRPr baseline="-25000" sz="3600"/>
          </a:p>
        </p:txBody>
      </p:sp>
      <p:sp>
        <p:nvSpPr>
          <p:cNvPr id="94" name="Google Shape;94;p1"/>
          <p:cNvSpPr txBox="1"/>
          <p:nvPr/>
        </p:nvSpPr>
        <p:spPr>
          <a:xfrm>
            <a:off x="3283508" y="3993190"/>
            <a:ext cx="411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</a:t>
            </a:r>
            <a:r>
              <a:rPr baseline="-25000" lang="en-US" sz="3600"/>
              <a:t>AM - 1PM  4PM - 10PM</a:t>
            </a:r>
            <a:endParaRPr baseline="-25000" sz="3600"/>
          </a:p>
        </p:txBody>
      </p:sp>
      <p:sp>
        <p:nvSpPr>
          <p:cNvPr id="95" name="Google Shape;95;p1"/>
          <p:cNvSpPr txBox="1"/>
          <p:nvPr/>
        </p:nvSpPr>
        <p:spPr>
          <a:xfrm>
            <a:off x="3289707" y="4671915"/>
            <a:ext cx="390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10</a:t>
            </a:r>
            <a:r>
              <a:rPr baseline="-25000" lang="en-US" sz="3600"/>
              <a:t>AM - 1PM  4PM - 8PM</a:t>
            </a:r>
            <a:endParaRPr baseline="-25000" sz="3600"/>
          </a:p>
        </p:txBody>
      </p:sp>
      <p:sp>
        <p:nvSpPr>
          <p:cNvPr id="96" name="Google Shape;96;p1"/>
          <p:cNvSpPr txBox="1"/>
          <p:nvPr/>
        </p:nvSpPr>
        <p:spPr>
          <a:xfrm>
            <a:off x="4233785" y="5352834"/>
            <a:ext cx="348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Swim Meet</a:t>
            </a:r>
            <a:endParaRPr baseline="-25000" sz="3600"/>
          </a:p>
        </p:txBody>
      </p:sp>
      <p:sp>
        <p:nvSpPr>
          <p:cNvPr id="97" name="Google Shape;97;p1"/>
          <p:cNvSpPr txBox="1"/>
          <p:nvPr/>
        </p:nvSpPr>
        <p:spPr>
          <a:xfrm>
            <a:off x="4239987" y="5987686"/>
            <a:ext cx="3481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aseline="-25000" lang="en-US" sz="3600"/>
              <a:t>Swim Meet</a:t>
            </a:r>
            <a:endParaRPr baseline="-25000" sz="3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2024-04-22T17:59:53Z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0x01010045C3367ACA81FD45A8D08D031BC0E8F1</vt:lpwstr>
  </property>
  <property fmtid="{D5CDD505-2E9C-101B-9397-08002B2CF9AE}" pid="3" name="MediaServiceImageTags">
    <vt:lpwstr/>
  </property>
</Properties>
</file>