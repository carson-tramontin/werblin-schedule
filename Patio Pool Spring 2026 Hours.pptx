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772400" cy="10058400"/>
  <p:notesSz cx="6858000" cy="9144000"/>
  <p:embeddedFontLst>
    <p:embeddedFont>
      <p:font typeface="Play" panose="020B060402020202020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iKNXAw6cafOfvZ/5ARGBg59BZy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31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3438" y="685800"/>
            <a:ext cx="26511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971550" y="1646133"/>
            <a:ext cx="5829300" cy="3501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lay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20"/>
              <a:buNone/>
              <a:defRPr sz="352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None/>
              <a:defRPr sz="2933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sz="264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34353" y="535517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30304" y="2507617"/>
            <a:ext cx="6703695" cy="418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lay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30304" y="6731213"/>
            <a:ext cx="6703695" cy="22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520"/>
              <a:buNone/>
              <a:defRPr sz="352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933"/>
              <a:buNone/>
              <a:defRPr sz="2933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640"/>
              <a:buNone/>
              <a:defRPr sz="264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347"/>
              <a:buNone/>
              <a:defRPr sz="2347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347"/>
              <a:buNone/>
              <a:defRPr sz="2347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347"/>
              <a:buNone/>
              <a:defRPr sz="2347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347"/>
              <a:buNone/>
              <a:defRPr sz="2347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347"/>
              <a:buNone/>
              <a:defRPr sz="2347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347"/>
              <a:buNone/>
              <a:defRPr sz="2347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534353" y="535517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3303270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934778" y="2677584"/>
            <a:ext cx="3303270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535365" y="535517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535365" y="2465706"/>
            <a:ext cx="3288089" cy="120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20"/>
              <a:buNone/>
              <a:defRPr sz="352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None/>
              <a:defRPr sz="2933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sz="264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535365" y="3674110"/>
            <a:ext cx="3288089" cy="540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934778" y="2465706"/>
            <a:ext cx="3304282" cy="120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20"/>
              <a:buNone/>
              <a:defRPr sz="352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None/>
              <a:defRPr sz="2933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sz="264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934778" y="3674110"/>
            <a:ext cx="3304282" cy="540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534353" y="535517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93"/>
              <a:buFont typeface="Play"/>
              <a:buNone/>
              <a:defRPr sz="469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304282" y="1448224"/>
            <a:ext cx="3934778" cy="714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2660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693"/>
              <a:buChar char="•"/>
              <a:defRPr sz="4693"/>
            </a:lvl1pPr>
            <a:lvl2pPr marL="914400" lvl="1" indent="-48939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107"/>
              <a:buChar char="•"/>
              <a:defRPr sz="4107"/>
            </a:lvl2pPr>
            <a:lvl3pPr marL="1371600" lvl="2" indent="-45212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20"/>
              <a:buChar char="•"/>
              <a:defRPr sz="3520"/>
            </a:lvl3pPr>
            <a:lvl4pPr marL="1828800" lvl="3" indent="-41484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Char char="•"/>
              <a:defRPr sz="2933"/>
            </a:lvl4pPr>
            <a:lvl5pPr marL="2286000" lvl="4" indent="-41484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Char char="•"/>
              <a:defRPr sz="2933"/>
            </a:lvl5pPr>
            <a:lvl6pPr marL="2743200" lvl="5" indent="-41484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Char char="•"/>
              <a:defRPr sz="2933"/>
            </a:lvl6pPr>
            <a:lvl7pPr marL="3200400" lvl="6" indent="-41484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Char char="•"/>
              <a:defRPr sz="2933"/>
            </a:lvl7pPr>
            <a:lvl8pPr marL="3657600" lvl="7" indent="-41484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Char char="•"/>
              <a:defRPr sz="2933"/>
            </a:lvl8pPr>
            <a:lvl9pPr marL="4114800" lvl="8" indent="-41484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Char char="•"/>
              <a:defRPr sz="2933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535365" y="3017520"/>
            <a:ext cx="2506801" cy="5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53"/>
              <a:buNone/>
              <a:defRPr sz="2053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76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93"/>
              <a:buFont typeface="Play"/>
              <a:buNone/>
              <a:defRPr sz="469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304282" y="1448224"/>
            <a:ext cx="3934778" cy="714798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535365" y="3017520"/>
            <a:ext cx="2506801" cy="5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53"/>
              <a:buNone/>
              <a:defRPr sz="2053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76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534353" y="535517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695219" y="2516718"/>
            <a:ext cx="6381962" cy="67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2138071" y="3959569"/>
            <a:ext cx="8524029" cy="1675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262353" y="2332223"/>
            <a:ext cx="8524029" cy="493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534353" y="535517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A screenshot of a calenda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1" y="-955"/>
            <a:ext cx="7777302" cy="1006474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3324303" y="2175504"/>
            <a:ext cx="3481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3000" baseline="-25000"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aseline="-25000">
              <a:solidFill>
                <a:schemeClr val="dk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121564" y="7092767"/>
            <a:ext cx="4325759" cy="56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Scan QR Code for hours. Hours may vary for special events, breaks, holidays, and summer.</a:t>
            </a:r>
            <a:endParaRPr/>
          </a:p>
        </p:txBody>
      </p:sp>
      <p:pic>
        <p:nvPicPr>
          <p:cNvPr id="87" name="Google Shape;87;p1" descr="A white square with red and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554" y="8132650"/>
            <a:ext cx="931241" cy="93112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2051469" y="8317072"/>
            <a:ext cx="6961889" cy="56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Download the RURec2Go App on the App Store 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Play to view facility hours by room and location.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2424900" y="1231450"/>
            <a:ext cx="31419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PATIO POOL</a:t>
            </a:r>
            <a:endParaRPr dirty="0"/>
          </a:p>
        </p:txBody>
      </p:sp>
      <p:pic>
        <p:nvPicPr>
          <p:cNvPr id="90" name="Google Shape;90;p1" descr="A qr code with a few square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43916" y="7010678"/>
            <a:ext cx="941158" cy="96261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346704" y="2299716"/>
            <a:ext cx="347472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0" rIns="4572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aseline="-25000"/>
          </a:p>
        </p:txBody>
      </p:sp>
      <p:sp>
        <p:nvSpPr>
          <p:cNvPr id="92" name="Google Shape;92;p1"/>
          <p:cNvSpPr txBox="1"/>
          <p:nvPr/>
        </p:nvSpPr>
        <p:spPr>
          <a:xfrm>
            <a:off x="3346704" y="2958084"/>
            <a:ext cx="347472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0" rIns="4572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aseline="-25000"/>
          </a:p>
        </p:txBody>
      </p:sp>
      <p:sp>
        <p:nvSpPr>
          <p:cNvPr id="93" name="Google Shape;93;p1"/>
          <p:cNvSpPr txBox="1"/>
          <p:nvPr/>
        </p:nvSpPr>
        <p:spPr>
          <a:xfrm>
            <a:off x="3346704" y="3634740"/>
            <a:ext cx="347472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0" rIns="4572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aseline="-25000"/>
          </a:p>
        </p:txBody>
      </p:sp>
      <p:sp>
        <p:nvSpPr>
          <p:cNvPr id="94" name="Google Shape;94;p1"/>
          <p:cNvSpPr txBox="1"/>
          <p:nvPr/>
        </p:nvSpPr>
        <p:spPr>
          <a:xfrm>
            <a:off x="3346704" y="4302252"/>
            <a:ext cx="347472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0" rIns="4572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aseline="-25000"/>
          </a:p>
        </p:txBody>
      </p:sp>
      <p:sp>
        <p:nvSpPr>
          <p:cNvPr id="95" name="Google Shape;95;p1"/>
          <p:cNvSpPr txBox="1"/>
          <p:nvPr/>
        </p:nvSpPr>
        <p:spPr>
          <a:xfrm>
            <a:off x="3346704" y="4969764"/>
            <a:ext cx="347472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0" rIns="4572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aseline="-25000"/>
          </a:p>
        </p:txBody>
      </p:sp>
      <p:sp>
        <p:nvSpPr>
          <p:cNvPr id="96" name="Google Shape;96;p1"/>
          <p:cNvSpPr txBox="1"/>
          <p:nvPr/>
        </p:nvSpPr>
        <p:spPr>
          <a:xfrm>
            <a:off x="3346704" y="5646420"/>
            <a:ext cx="347472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0" rIns="4572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aseline="-25000"/>
          </a:p>
        </p:txBody>
      </p:sp>
      <p:sp>
        <p:nvSpPr>
          <p:cNvPr id="97" name="Google Shape;97;p1"/>
          <p:cNvSpPr txBox="1"/>
          <p:nvPr/>
        </p:nvSpPr>
        <p:spPr>
          <a:xfrm>
            <a:off x="3346704" y="6313931"/>
            <a:ext cx="347472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0" rIns="4572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aseline="-25000"/>
          </a:p>
        </p:txBody>
      </p:sp>
      <p:sp>
        <p:nvSpPr>
          <p:cNvPr id="98" name="Rectangle 97"/>
          <p:cNvSpPr/>
          <p:nvPr/>
        </p:nvSpPr>
        <p:spPr>
          <a:xfrm>
            <a:off x="1069848" y="2299716"/>
            <a:ext cx="2244852" cy="521207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83564" y="2299716"/>
            <a:ext cx="2217420" cy="521207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rial"/>
              </a:rPr>
              <a:t>MONDAY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69848" y="2958084"/>
            <a:ext cx="2244852" cy="521207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83564" y="2958084"/>
            <a:ext cx="2217420" cy="521207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rial"/>
              </a:rPr>
              <a:t>TUESDAY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9848" y="3634740"/>
            <a:ext cx="2244852" cy="521207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83564" y="3634740"/>
            <a:ext cx="2217420" cy="521207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rial"/>
              </a:rPr>
              <a:t>WEDNESDAY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69848" y="4302252"/>
            <a:ext cx="2244852" cy="521207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83564" y="4302252"/>
            <a:ext cx="2217420" cy="521207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rial"/>
              </a:rPr>
              <a:t>THURSDAY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69848" y="4969764"/>
            <a:ext cx="2244852" cy="521207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83564" y="4969764"/>
            <a:ext cx="2217420" cy="521207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rial"/>
              </a:rPr>
              <a:t>FRIDAY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69848" y="5646420"/>
            <a:ext cx="2244852" cy="521207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83564" y="5646420"/>
            <a:ext cx="2217420" cy="521207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rial"/>
              </a:rPr>
              <a:t>SATURDAY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69848" y="6313931"/>
            <a:ext cx="2244852" cy="521207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083564" y="6313931"/>
            <a:ext cx="2217420" cy="521207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rial"/>
              </a:rPr>
              <a:t>SUNDAY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Play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Carson Tramontin</cp:lastModifiedBy>
  <cp:revision>2</cp:revision>
  <dcterms:created xsi:type="dcterms:W3CDTF">2024-04-22T17:59:53Z</dcterms:created>
  <dcterms:modified xsi:type="dcterms:W3CDTF">2026-10-20T15:13:35Z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0x01010045C3367ACA81FD45A8D08D031BC0E8F1</vt:lpwstr>
  </property>
  <property fmtid="{D5CDD505-2E9C-101B-9397-08002B2CF9AE}" pid="3" name="MediaServiceImageTags">
    <vt:lpwstr/>
  </property>
</Properties>
</file>